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343" r:id="rId2"/>
    <p:sldId id="344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8" r:id="rId11"/>
    <p:sldId id="339" r:id="rId12"/>
    <p:sldId id="340" r:id="rId13"/>
    <p:sldId id="341" r:id="rId14"/>
    <p:sldId id="342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38" autoAdjust="0"/>
  </p:normalViewPr>
  <p:slideViewPr>
    <p:cSldViewPr snapToGrid="0" showGuides="1">
      <p:cViewPr varScale="1">
        <p:scale>
          <a:sx n="104" d="100"/>
          <a:sy n="104" d="100"/>
        </p:scale>
        <p:origin x="3444" y="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A9CD7-C990-4AA9-BC04-96FCAEDD8C28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FF7A5-1ACC-4C71-8000-0C76279E3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19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4" name="날짜 개체 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3F5CC-B8E9-482F-A016-6EE14B7359EE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바닥글 개체 틀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8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457200" y="1219200"/>
            <a:ext cx="8229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endParaRPr kumimoji="0" lang="ko-KR" altLang="en-US">
              <a:solidFill>
                <a:srgbClr val="00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날짜 개체 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슬라이드 번호 개체 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6F095-276F-4AD3-9842-1213BA0CC323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바닥글 개체 틀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3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9ED91-3070-4542-8B3E-98C8CF0794E4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7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EC36E-9EC6-4836-92EB-5002F84118C6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05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F733E-0136-4B34-9927-F1EED2F7B7A0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44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0CEC2-C8E9-4976-B8F1-3D88D8957F44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58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DD601-9BFF-4CE2-924D-C02A77C8ABAA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314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BFADB5-8B92-40BA-A771-C8171F704E82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23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EDA57-D911-440A-B9B8-F125EB251F5D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87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FF272-DA07-4C5E-871E-42D8717A0D1D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1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6019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6019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BEF43-981D-47C8-9429-4A8276FC036F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112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C7F6D-BE1F-4BCD-ACDD-F024A174DF2E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177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52DBC2-D46E-4128-AB28-E3386B2882AC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바닥글 개체 틀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862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5"/>
            <a:ext cx="8229600" cy="456809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6200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19F29-204C-4919-B47C-67BAB010AE71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258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4"/>
            <a:ext cx="8229600" cy="456809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spcBef>
                <a:spcPts val="300"/>
              </a:spcBef>
              <a:defRPr sz="1800"/>
            </a:lvl3pPr>
            <a:lvl4pPr>
              <a:spcBef>
                <a:spcPts val="30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B2D1F1-EAAA-4541-A9AD-BBD67953F620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" name="바닥글 개체 틀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492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emplate_Program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A33E3C1-2B49-4B7D-938D-A3F770B13FAC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327030"/>
      </p:ext>
    </p:extLst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33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050"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1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05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325C0FF-96F8-4674-9B19-D1E52AF81BD0}" type="slidenum">
              <a:rPr lang="ko-KR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" name="Rectangle 6"/>
          <p:cNvSpPr txBox="1">
            <a:spLocks noChangeArrowheads="1"/>
          </p:cNvSpPr>
          <p:nvPr userDrawn="1"/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kumimoji="0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srgbClr val="000000"/>
                </a:solidFill>
              </a:rPr>
              <a:t>TIPW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770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33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050"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1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05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325C0FF-96F8-4674-9B19-D1E52AF81BD0}" type="slidenum">
              <a:rPr lang="ko-KR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82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4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4"/>
            <a:ext cx="8229600" cy="456809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500"/>
            </a:lvl2pPr>
            <a:lvl3pPr>
              <a:spcBef>
                <a:spcPts val="225"/>
              </a:spcBef>
              <a:defRPr sz="1350"/>
            </a:lvl3pPr>
            <a:lvl4pPr>
              <a:spcBef>
                <a:spcPts val="225"/>
              </a:spcBef>
              <a:defRPr sz="135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33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050"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1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05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325C0FF-96F8-4674-9B19-D1E52AF81BD0}" type="slidenum">
              <a:rPr lang="ko-KR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47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4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5"/>
            <a:ext cx="8229600" cy="4568091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350"/>
            </a:lvl2pPr>
            <a:lvl3pPr>
              <a:defRPr sz="1200"/>
            </a:lvl3pPr>
            <a:lvl4pPr>
              <a:defRPr sz="12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76200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541022"/>
            <a:ext cx="8229600" cy="525463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1500" kern="1200" dirty="0" smtClean="0">
                <a:solidFill>
                  <a:srgbClr val="FFC000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33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050"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1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05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325C0FF-96F8-4674-9B19-D1E52AF81BD0}" type="slidenum">
              <a:rPr lang="ko-KR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433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73E8CD-01D5-44AF-BA60-43F90A850FD1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r>
              <a:rPr lang="en-US" altLang="ko-KR">
                <a:solidFill>
                  <a:srgbClr val="000000"/>
                </a:solidFill>
              </a:rPr>
              <a:t>/30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바닥글 개체 틀 11"/>
          <p:cNvSpPr>
            <a:spLocks noGrp="1"/>
          </p:cNvSpPr>
          <p:nvPr>
            <p:ph type="ftr" sz="quarter" idx="12"/>
          </p:nvPr>
        </p:nvSpPr>
        <p:spPr>
          <a:xfrm>
            <a:off x="0" y="6553200"/>
            <a:ext cx="2895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292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物件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FD6C2D-198A-402F-B4AA-2D46056C1C3C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바닥글 개체 틀 9"/>
          <p:cNvSpPr>
            <a:spLocks noGrp="1"/>
          </p:cNvSpPr>
          <p:nvPr>
            <p:ph type="ftr" sz="quarter" idx="12"/>
          </p:nvPr>
        </p:nvSpPr>
        <p:spPr>
          <a:xfrm>
            <a:off x="0" y="6553200"/>
            <a:ext cx="2895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21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4"/>
            <a:ext cx="8229600" cy="456809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spcBef>
                <a:spcPts val="300"/>
              </a:spcBef>
              <a:defRPr sz="1800"/>
            </a:lvl3pPr>
            <a:lvl4pPr>
              <a:spcBef>
                <a:spcPts val="30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슬라이드 번호 개체 틀 8"/>
          <p:cNvSpPr>
            <a:spLocks noGrp="1"/>
          </p:cNvSpPr>
          <p:nvPr>
            <p:ph type="sldNum" sz="quarter" idx="11"/>
          </p:nvPr>
        </p:nvSpPr>
        <p:spPr>
          <a:xfrm>
            <a:off x="7239000" y="6476756"/>
            <a:ext cx="1905000" cy="381000"/>
          </a:xfrm>
        </p:spPr>
        <p:txBody>
          <a:bodyPr anchor="ctr"/>
          <a:lstStyle>
            <a:lvl1pPr>
              <a:defRPr sz="1050"/>
            </a:lvl1pPr>
          </a:lstStyle>
          <a:p>
            <a:fld id="{9059CDFD-05E2-4A83-9B71-409AD8A36E1F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" name="슬라이드 번호 개체 틀 10"/>
          <p:cNvSpPr txBox="1">
            <a:spLocks/>
          </p:cNvSpPr>
          <p:nvPr userDrawn="1"/>
        </p:nvSpPr>
        <p:spPr bwMode="auto">
          <a:xfrm>
            <a:off x="0" y="6475046"/>
            <a:ext cx="1885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kumimoji="0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000000"/>
                </a:solidFill>
              </a:rPr>
              <a:t>TIPW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754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3"/>
            <a:ext cx="8229600" cy="456809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76200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541020"/>
            <a:ext cx="8229600" cy="525463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2000" kern="1200" dirty="0" smtClean="0">
                <a:solidFill>
                  <a:srgbClr val="FFC000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02922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33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050"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1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05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325C0FF-96F8-4674-9B19-D1E52AF81BD0}" type="slidenum">
              <a:rPr lang="ko-KR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kumimoji="0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srgbClr val="000000"/>
                </a:solidFill>
              </a:rPr>
              <a:t>TIPW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6671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7"/>
          <p:cNvSpPr>
            <a:spLocks noGrp="1"/>
          </p:cNvSpPr>
          <p:nvPr>
            <p:ph type="dt" sz="half" idx="10"/>
          </p:nvPr>
        </p:nvSpPr>
        <p:spPr>
          <a:xfrm>
            <a:off x="3733800" y="6400800"/>
            <a:ext cx="1905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슬라이드 번호 개체 틀 8"/>
          <p:cNvSpPr>
            <a:spLocks noGrp="1"/>
          </p:cNvSpPr>
          <p:nvPr>
            <p:ph type="sldNum" sz="quarter" idx="11"/>
          </p:nvPr>
        </p:nvSpPr>
        <p:spPr>
          <a:xfrm>
            <a:off x="6553200" y="6324600"/>
            <a:ext cx="1905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FD6C2D-198A-402F-B4AA-2D46056C1C3C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바닥글 개체 틀 9"/>
          <p:cNvSpPr>
            <a:spLocks noGrp="1"/>
          </p:cNvSpPr>
          <p:nvPr>
            <p:ph type="ftr" sz="quarter" idx="12"/>
          </p:nvPr>
        </p:nvSpPr>
        <p:spPr>
          <a:xfrm>
            <a:off x="457200" y="6400800"/>
            <a:ext cx="2895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6390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4"/>
            <a:ext cx="8229600" cy="456809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spcBef>
                <a:spcPts val="300"/>
              </a:spcBef>
              <a:defRPr sz="1800"/>
            </a:lvl3pPr>
            <a:lvl4pPr>
              <a:spcBef>
                <a:spcPts val="30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날짜 개체 틀 7"/>
          <p:cNvSpPr>
            <a:spLocks noGrp="1"/>
          </p:cNvSpPr>
          <p:nvPr>
            <p:ph type="dt" sz="half" idx="10"/>
          </p:nvPr>
        </p:nvSpPr>
        <p:spPr>
          <a:xfrm>
            <a:off x="3733800" y="6400800"/>
            <a:ext cx="1905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슬라이드 번호 개체 틀 8"/>
          <p:cNvSpPr>
            <a:spLocks noGrp="1"/>
          </p:cNvSpPr>
          <p:nvPr>
            <p:ph type="sldNum" sz="quarter" idx="11"/>
          </p:nvPr>
        </p:nvSpPr>
        <p:spPr>
          <a:xfrm>
            <a:off x="7239000" y="6455508"/>
            <a:ext cx="1905000" cy="381000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fld id="{9059CDFD-05E2-4A83-9B71-409AD8A36E1F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0" name="슬라이드 번호 개체 틀 10"/>
          <p:cNvSpPr txBox="1">
            <a:spLocks/>
          </p:cNvSpPr>
          <p:nvPr userDrawn="1"/>
        </p:nvSpPr>
        <p:spPr bwMode="auto">
          <a:xfrm>
            <a:off x="0" y="6475046"/>
            <a:ext cx="1885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kumimoji="0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000000"/>
                </a:solidFill>
              </a:rPr>
              <a:t>TIPW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86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9" descr="04_07_02_1_ai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563"/>
            <a:ext cx="8229600" cy="456809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76200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541020"/>
            <a:ext cx="8229600" cy="525463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2000" kern="1200" dirty="0" smtClean="0">
                <a:solidFill>
                  <a:srgbClr val="FFC000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33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050"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1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05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325C0FF-96F8-4674-9B19-D1E52AF81BD0}" type="slidenum">
              <a:rPr lang="ko-KR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5391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457200" y="1219200"/>
            <a:ext cx="8229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endParaRPr kumimoji="0" lang="ko-KR" altLang="en-US">
              <a:solidFill>
                <a:srgbClr val="00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날짜 개체 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슬라이드 번호 개체 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6F095-276F-4AD3-9842-1213BA0CC323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바닥글 개체 틀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13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33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400" smtClean="0"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2024-02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latinLnBrk="0" hangingPunct="0">
              <a:defRPr kumimoji="0" sz="1400" smtClean="0"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4238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D8C95C78-1566-4DDE-915C-10B4535F284F}" type="slidenum">
              <a:rPr lang="ko-KR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457200" y="1219200"/>
            <a:ext cx="8229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endParaRPr kumimoji="0" lang="ko-KR" altLang="en-US">
              <a:solidFill>
                <a:srgbClr val="000000"/>
              </a:solidFill>
            </a:endParaRPr>
          </a:p>
        </p:txBody>
      </p:sp>
      <p:pic>
        <p:nvPicPr>
          <p:cNvPr id="1032" name="그림 9" descr="04_07_02_1_ai.jpg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0"/>
            <a:ext cx="6429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6080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46" r:id="rId29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?er=221886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jdk.java.net/23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How to Install Eclipse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7888" y="1369075"/>
            <a:ext cx="47341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1. Eclipse Download</a:t>
            </a: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https://www.eclipse.org/downloads/packages/installer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Select version what your device support.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[Windows x86_64]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r>
              <a:rPr lang="en-US" altLang="ko-KR" b="1" dirty="0"/>
              <a:t>2. Select Eclipse IDE for Java EE </a:t>
            </a:r>
            <a:r>
              <a:rPr lang="en-US" altLang="ko-KR" b="1" dirty="0" err="1"/>
              <a:t>Devloper</a:t>
            </a:r>
            <a:endParaRPr lang="fi-FI" altLang="ko-KR" dirty="0"/>
          </a:p>
          <a:p>
            <a:r>
              <a:rPr lang="fi-FI" altLang="ko-KR" dirty="0"/>
              <a:t>Select </a:t>
            </a:r>
            <a:r>
              <a:rPr lang="en-US" altLang="ko-KR" b="1" dirty="0"/>
              <a:t>Eclipse IDE for Java EE </a:t>
            </a:r>
            <a:r>
              <a:rPr lang="en-US" altLang="ko-KR" b="1" dirty="0" err="1"/>
              <a:t>Devloper</a:t>
            </a:r>
            <a:r>
              <a:rPr lang="fi-FI" altLang="ko-KR" b="1" dirty="0"/>
              <a:t> </a:t>
            </a:r>
            <a:r>
              <a:rPr lang="fi-FI" altLang="ko-KR" dirty="0"/>
              <a:t>on install menu after click eclipse-inst-jre-win64 which you download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Click Install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>
              <a:effectLst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EA4A36D-BB0A-CC92-56F1-AB360EE7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080" y="1369075"/>
            <a:ext cx="4089621" cy="2810954"/>
          </a:xfrm>
          <a:prstGeom prst="rect">
            <a:avLst/>
          </a:prstGeom>
        </p:spPr>
      </p:pic>
      <p:pic>
        <p:nvPicPr>
          <p:cNvPr id="1026" name="Picture 2" descr="Screenshot of the Eclipse packages.">
            <a:extLst>
              <a:ext uri="{FF2B5EF4-FFF2-40B4-BE49-F238E27FC236}">
                <a16:creationId xmlns:a16="http://schemas.microsoft.com/office/drawing/2014/main" id="{D592FC3F-731A-F463-A607-9E057F8A5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080" y="4161197"/>
            <a:ext cx="2585380" cy="265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4B1C704-F549-91B6-349A-D2863F15F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560" y="4263874"/>
            <a:ext cx="2370678" cy="200190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33B0A5-A852-4E70-543C-E5BFFF092B54}"/>
              </a:ext>
            </a:extLst>
          </p:cNvPr>
          <p:cNvSpPr/>
          <p:nvPr/>
        </p:nvSpPr>
        <p:spPr bwMode="auto">
          <a:xfrm>
            <a:off x="4832080" y="4990240"/>
            <a:ext cx="1936480" cy="41303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C2F630-D2BB-B784-E710-1011520D8615}"/>
              </a:ext>
            </a:extLst>
          </p:cNvPr>
          <p:cNvSpPr/>
          <p:nvPr/>
        </p:nvSpPr>
        <p:spPr bwMode="auto">
          <a:xfrm>
            <a:off x="7234237" y="5575732"/>
            <a:ext cx="1687901" cy="24317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6494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How to Install Eclipse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57199" y="4700721"/>
            <a:ext cx="804025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3. Check Eclipse and Java Installed well </a:t>
            </a: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java -version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javac -version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4. But If you are not unavailble to find Java and Eclipse by thise way. Do following slides.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>
              <a:effectLst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33B0A5-A852-4E70-543C-E5BFFF092B54}"/>
              </a:ext>
            </a:extLst>
          </p:cNvPr>
          <p:cNvSpPr/>
          <p:nvPr/>
        </p:nvSpPr>
        <p:spPr bwMode="auto">
          <a:xfrm>
            <a:off x="457199" y="5011653"/>
            <a:ext cx="1898074" cy="67794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9DFA01-1F5D-BB2E-71C1-5E5052C58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1433314"/>
            <a:ext cx="74390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3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011" y="2016207"/>
            <a:ext cx="3822737" cy="221952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Java Install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7888" y="1369075"/>
            <a:ext cx="47341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1. JDK Install</a:t>
            </a: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[JAVA JDK Download]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>
                <a:hlinkClick r:id="rId3"/>
              </a:rPr>
              <a:t>https://www.oracle.com/java/technologies/downloads/?er=221886</a:t>
            </a: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/>
              <a:t>[OpenJDK Download]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i-FI" altLang="ko-KR" dirty="0">
                <a:hlinkClick r:id="rId4"/>
              </a:rPr>
              <a:t>https://jdk.java.net/23/</a:t>
            </a: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i-FI" altLang="ko-KR" dirty="0">
              <a:effectLst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5"/>
          <a:srcRect r="9790" b="46541"/>
          <a:stretch/>
        </p:blipFill>
        <p:spPr>
          <a:xfrm>
            <a:off x="4832080" y="4348772"/>
            <a:ext cx="3826669" cy="23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5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Java Install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" y="1321817"/>
            <a:ext cx="91392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/>
              <a:t>JDK Install</a:t>
            </a:r>
            <a:br>
              <a:rPr lang="fi-FI" altLang="ko-KR" dirty="0"/>
            </a:br>
            <a:endParaRPr lang="fi-FI" altLang="ko-KR" dirty="0"/>
          </a:p>
          <a:p>
            <a:r>
              <a:rPr lang="ko-KR" altLang="ko-KR" dirty="0" err="1">
                <a:solidFill>
                  <a:srgbClr val="212121"/>
                </a:solidFill>
                <a:ea typeface="inherit"/>
              </a:rPr>
              <a:t>You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can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install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it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according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to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your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b="1" dirty="0">
                <a:solidFill>
                  <a:srgbClr val="212121"/>
                </a:solidFill>
                <a:ea typeface="inherit"/>
              </a:rPr>
              <a:t>OS </a:t>
            </a:r>
            <a:r>
              <a:rPr lang="ko-KR" altLang="ko-KR" b="1" dirty="0" err="1">
                <a:solidFill>
                  <a:srgbClr val="212121"/>
                </a:solidFill>
                <a:ea typeface="inherit"/>
              </a:rPr>
              <a:t>environment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.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How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to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check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FF0000"/>
                </a:solidFill>
                <a:ea typeface="inherit"/>
              </a:rPr>
              <a:t>my</a:t>
            </a:r>
            <a:r>
              <a:rPr lang="ko-KR" altLang="ko-KR" dirty="0">
                <a:solidFill>
                  <a:srgbClr val="FF0000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FF0000"/>
                </a:solidFill>
                <a:ea typeface="inherit"/>
              </a:rPr>
              <a:t>computer</a:t>
            </a:r>
            <a:r>
              <a:rPr lang="ko-KR" altLang="ko-KR" dirty="0">
                <a:solidFill>
                  <a:srgbClr val="FF0000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or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My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PC -&gt;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Right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click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on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the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mouse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properties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and </a:t>
            </a:r>
            <a:r>
              <a:rPr lang="ko-KR" altLang="ko-KR" dirty="0" err="1">
                <a:solidFill>
                  <a:srgbClr val="212121"/>
                </a:solidFill>
                <a:ea typeface="inherit"/>
              </a:rPr>
              <a:t>check</a:t>
            </a:r>
            <a:r>
              <a:rPr lang="ko-KR" altLang="ko-KR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b="1" dirty="0" err="1">
                <a:solidFill>
                  <a:srgbClr val="212121"/>
                </a:solidFill>
                <a:ea typeface="inherit"/>
              </a:rPr>
              <a:t>the</a:t>
            </a:r>
            <a:r>
              <a:rPr lang="ko-KR" altLang="ko-KR" b="1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b="1" dirty="0" err="1">
                <a:solidFill>
                  <a:srgbClr val="212121"/>
                </a:solidFill>
                <a:ea typeface="inherit"/>
              </a:rPr>
              <a:t>system</a:t>
            </a:r>
            <a:r>
              <a:rPr lang="ko-KR" altLang="ko-KR" b="1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b="1" dirty="0" err="1">
                <a:solidFill>
                  <a:srgbClr val="212121"/>
                </a:solidFill>
                <a:ea typeface="inherit"/>
              </a:rPr>
              <a:t>part</a:t>
            </a:r>
            <a:r>
              <a:rPr lang="ko-KR" altLang="ko-KR" sz="800" b="1" dirty="0"/>
              <a:t> </a:t>
            </a:r>
            <a:r>
              <a:rPr lang="ko-KR" altLang="en-US" b="1" dirty="0"/>
              <a:t> </a:t>
            </a:r>
          </a:p>
          <a:p>
            <a:pPr marL="342900" indent="-342900">
              <a:buAutoNum type="arabicPeriod"/>
            </a:pPr>
            <a:endParaRPr lang="fi-FI" altLang="ko-KR" dirty="0">
              <a:effectLst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156" y="2569836"/>
            <a:ext cx="3800346" cy="3907163"/>
          </a:xfrm>
          <a:prstGeom prst="rect">
            <a:avLst/>
          </a:prstGeom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88" y="2799145"/>
            <a:ext cx="4823631" cy="367785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 bwMode="auto">
          <a:xfrm>
            <a:off x="1233995" y="4483224"/>
            <a:ext cx="2317072" cy="15484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959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Java Install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" y="1321817"/>
            <a:ext cx="91392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/>
              <a:t>JDK Install</a:t>
            </a:r>
            <a:br>
              <a:rPr lang="fi-FI" altLang="ko-KR" dirty="0"/>
            </a:br>
            <a:endParaRPr lang="fi-FI" altLang="ko-KR" dirty="0"/>
          </a:p>
          <a:p>
            <a:r>
              <a:rPr lang="en-US" altLang="ko-KR" dirty="0">
                <a:solidFill>
                  <a:srgbClr val="212121"/>
                </a:solidFill>
                <a:latin typeface="+mj-lt"/>
              </a:rPr>
              <a:t>Next Button</a:t>
            </a:r>
            <a:endParaRPr lang="ko-KR" altLang="en-US" b="1" dirty="0">
              <a:latin typeface="+mj-lt"/>
            </a:endParaRPr>
          </a:p>
          <a:p>
            <a:pPr marL="342900" indent="-342900">
              <a:buAutoNum type="arabicPeriod"/>
            </a:pPr>
            <a:endParaRPr lang="fi-FI" altLang="ko-KR" dirty="0">
              <a:effectLst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30" y="2669496"/>
            <a:ext cx="4117506" cy="370476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845" y="2669496"/>
            <a:ext cx="4446393" cy="3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Java Install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" y="1321817"/>
            <a:ext cx="91392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/>
              <a:t>JDK Install _ Environment Variables</a:t>
            </a:r>
            <a:br>
              <a:rPr lang="fi-FI" altLang="ko-KR" dirty="0"/>
            </a:br>
            <a:endParaRPr lang="ko-KR" altLang="en-US" b="1" dirty="0">
              <a:latin typeface="+mj-lt"/>
            </a:endParaRPr>
          </a:p>
          <a:p>
            <a:pPr marL="342900" indent="-342900">
              <a:buAutoNum type="arabicPeriod"/>
            </a:pPr>
            <a:endParaRPr lang="fi-FI" altLang="ko-KR" dirty="0">
              <a:effectLst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1749210"/>
            <a:ext cx="9144000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you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do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not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specify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specifically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Java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jdk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and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jre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will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be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installed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C: \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Program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Files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\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Java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.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ea typeface="inheri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Now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let's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the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environment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variables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(If your</a:t>
            </a:r>
            <a:r>
              <a:rPr kumimoji="0" lang="en-US" altLang="ko-KR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Computer is Window 10, don’t have to point </a:t>
            </a:r>
            <a:r>
              <a:rPr lang="ko-KR" altLang="ko-KR" sz="1400" dirty="0" err="1">
                <a:solidFill>
                  <a:srgbClr val="212121"/>
                </a:solidFill>
                <a:ea typeface="inherit"/>
              </a:rPr>
              <a:t>environment</a:t>
            </a:r>
            <a:r>
              <a:rPr lang="ko-KR" altLang="ko-KR" sz="1400" dirty="0">
                <a:solidFill>
                  <a:srgbClr val="212121"/>
                </a:solidFill>
                <a:ea typeface="inherit"/>
              </a:rPr>
              <a:t> </a:t>
            </a:r>
            <a:r>
              <a:rPr lang="ko-KR" altLang="ko-KR" sz="1400" dirty="0" err="1">
                <a:solidFill>
                  <a:srgbClr val="212121"/>
                </a:solidFill>
                <a:ea typeface="inherit"/>
              </a:rPr>
              <a:t>variables</a:t>
            </a:r>
            <a:r>
              <a:rPr lang="ko-KR" altLang="ko-KR" sz="1400" dirty="0">
                <a:solidFill>
                  <a:srgbClr val="212121"/>
                </a:solidFill>
                <a:ea typeface="inherit"/>
              </a:rPr>
              <a:t>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" y="2372938"/>
            <a:ext cx="3518417" cy="364989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378" y="2372938"/>
            <a:ext cx="4647619" cy="415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3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Java Install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" y="1321817"/>
            <a:ext cx="91392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/>
              <a:t>JDK Install _ Environment Variables</a:t>
            </a:r>
            <a:br>
              <a:rPr lang="fi-FI" altLang="ko-KR" dirty="0"/>
            </a:br>
            <a:endParaRPr lang="ko-KR" altLang="en-US" b="1" dirty="0">
              <a:latin typeface="+mj-lt"/>
            </a:endParaRPr>
          </a:p>
          <a:p>
            <a:pPr marL="342900" indent="-342900">
              <a:buAutoNum type="arabicPeriod"/>
            </a:pPr>
            <a:endParaRPr lang="fi-FI" altLang="ko-KR" dirty="0">
              <a:effectLst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1856931"/>
            <a:ext cx="9144000" cy="2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Java Path Copy</a:t>
            </a:r>
            <a:r>
              <a:rPr kumimoji="0" lang="en-US" altLang="ko-KR" sz="1400" b="0" i="0" u="none" strike="noStrike" cap="none" normalizeH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and Paste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environment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variables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ea typeface="inherit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9787"/>
            <a:ext cx="3948295" cy="386951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95" y="4888308"/>
            <a:ext cx="5098051" cy="168616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340" y="2145658"/>
            <a:ext cx="4910006" cy="2606587"/>
          </a:xfrm>
          <a:prstGeom prst="rect">
            <a:avLst/>
          </a:prstGeom>
        </p:spPr>
      </p:pic>
      <p:cxnSp>
        <p:nvCxnSpPr>
          <p:cNvPr id="18" name="직선 화살표 연결선 17"/>
          <p:cNvCxnSpPr/>
          <p:nvPr/>
        </p:nvCxnSpPr>
        <p:spPr bwMode="auto">
          <a:xfrm>
            <a:off x="5140171" y="2885243"/>
            <a:ext cx="0" cy="285860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5331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Java Install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" y="1321817"/>
            <a:ext cx="91392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/>
              <a:t>JDK Install _ Environment Variables</a:t>
            </a:r>
            <a:br>
              <a:rPr lang="fi-FI" altLang="ko-KR" dirty="0"/>
            </a:br>
            <a:endParaRPr lang="ko-KR" altLang="en-US" b="1" dirty="0">
              <a:latin typeface="+mj-lt"/>
            </a:endParaRPr>
          </a:p>
          <a:p>
            <a:pPr marL="342900" indent="-342900">
              <a:buAutoNum type="arabicPeriod"/>
            </a:pPr>
            <a:endParaRPr lang="fi-FI" altLang="ko-KR" dirty="0">
              <a:effectLst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1856931"/>
            <a:ext cx="9144000" cy="2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212121"/>
                </a:solidFill>
              </a:rPr>
              <a:t>Edit Button Click and Add New %</a:t>
            </a:r>
            <a:r>
              <a:rPr lang="en-US" altLang="ko-KR" sz="1400" dirty="0" err="1">
                <a:solidFill>
                  <a:srgbClr val="212121"/>
                </a:solidFill>
              </a:rPr>
              <a:t>JAVA_HOME%bin</a:t>
            </a:r>
            <a:r>
              <a:rPr lang="en-US" altLang="ko-KR" sz="1400" dirty="0">
                <a:solidFill>
                  <a:srgbClr val="212121"/>
                </a:solidFill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2375"/>
            <a:ext cx="4492101" cy="388723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866" y="2214528"/>
            <a:ext cx="4069171" cy="382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4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_Window</a:t>
            </a:r>
            <a:br>
              <a:rPr lang="en-US" altLang="ko-KR" dirty="0"/>
            </a:br>
            <a:r>
              <a:rPr lang="en-US" altLang="ko-KR" dirty="0"/>
              <a:t>Java Install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6F095-276F-4AD3-9842-1213BA0CC323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02167" y="125757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92101" y="864617"/>
            <a:ext cx="83332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" y="1321817"/>
            <a:ext cx="91392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2.  Eclipse Install</a:t>
            </a:r>
            <a:endParaRPr lang="ko-KR" altLang="en-US" b="1" dirty="0">
              <a:latin typeface="+mj-lt"/>
            </a:endParaRPr>
          </a:p>
          <a:p>
            <a:pPr marL="342900" indent="-342900">
              <a:buAutoNum type="arabicPeriod"/>
            </a:pPr>
            <a:endParaRPr lang="fi-FI" altLang="ko-KR" dirty="0">
              <a:effectLst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1644982"/>
            <a:ext cx="9144000" cy="1046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US" altLang="ko-KR" dirty="0"/>
            </a:br>
            <a:r>
              <a:rPr lang="en-US" altLang="ko-KR" dirty="0"/>
              <a:t>Now that you have installed Java, you should download the eclipse editor which will use java.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en-US" altLang="ko-KR" dirty="0">
                <a:hlinkClick r:id="rId2"/>
              </a:rPr>
              <a:t>http://www.eclipse.org/downloads/</a:t>
            </a:r>
            <a:endParaRPr lang="ko-KR" altLang="en-US" sz="1400" dirty="0"/>
          </a:p>
        </p:txBody>
      </p:sp>
      <p:grpSp>
        <p:nvGrpSpPr>
          <p:cNvPr id="14" name="그룹 13"/>
          <p:cNvGrpSpPr/>
          <p:nvPr/>
        </p:nvGrpSpPr>
        <p:grpSpPr>
          <a:xfrm>
            <a:off x="170155" y="2847752"/>
            <a:ext cx="3676650" cy="2762250"/>
            <a:chOff x="2815701" y="2714764"/>
            <a:chExt cx="3676650" cy="2762250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5701" y="2714764"/>
              <a:ext cx="3676650" cy="2762250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 bwMode="auto">
            <a:xfrm>
              <a:off x="2815701" y="4856085"/>
              <a:ext cx="2892641" cy="479395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014" y="2699421"/>
            <a:ext cx="5551087" cy="142875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 bwMode="auto">
          <a:xfrm>
            <a:off x="7548979" y="3284413"/>
            <a:ext cx="1595022" cy="47939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247" y="4035009"/>
            <a:ext cx="5062815" cy="23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2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64F54-DE9E-43CE-93E7-336FD25181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B2D1F1-EAAA-4541-A9AD-BBD67953F620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7402DC-EE7E-4952-A827-7F42742728A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5F654FF-30E1-4899-8523-08B0CDE1A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411675"/>
              </p:ext>
            </p:extLst>
          </p:nvPr>
        </p:nvGraphicFramePr>
        <p:xfrm>
          <a:off x="457200" y="2344243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38787150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Install Oracle Java in terminal</a:t>
                      </a:r>
                      <a:endParaRPr lang="zh-CN" alt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08438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fontAlgn="base"/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apt-get install software-properties-common -y &amp;&amp; \</a:t>
                      </a:r>
                    </a:p>
                    <a:p>
                      <a:pPr fontAlgn="base"/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add-apt-repository ppa:webupd8team/java -y &amp;&amp; \</a:t>
                      </a:r>
                    </a:p>
                    <a:p>
                      <a:pPr fontAlgn="base"/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apt-get update &amp;&amp; \</a:t>
                      </a:r>
                    </a:p>
                    <a:p>
                      <a:pPr fontAlgn="base"/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 "oracle-java8-installer shared/accepted-oracle-license-v1-1 select true" | </a:t>
                      </a:r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debconf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-set-selections &amp;&amp; \</a:t>
                      </a:r>
                    </a:p>
                    <a:p>
                      <a:pPr fontAlgn="base"/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apt-get install oracle-java8-installer oracle-java8-set-default -y</a:t>
                      </a:r>
                    </a:p>
                    <a:p>
                      <a:pPr fontAlgn="base"/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34482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A04448-3AF5-472E-AE16-BC4173215EA8}"/>
              </a:ext>
            </a:extLst>
          </p:cNvPr>
          <p:cNvSpPr txBox="1"/>
          <p:nvPr/>
        </p:nvSpPr>
        <p:spPr>
          <a:xfrm>
            <a:off x="457200" y="1829922"/>
            <a:ext cx="444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How to install JDK at one time using terminal</a:t>
            </a:r>
            <a:endParaRPr lang="ko-KR" altLang="en-US" dirty="0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B5B5631-F07E-4755-853A-0D28B0A0CBFD}"/>
              </a:ext>
            </a:extLst>
          </p:cNvPr>
          <p:cNvSpPr txBox="1"/>
          <p:nvPr/>
        </p:nvSpPr>
        <p:spPr>
          <a:xfrm>
            <a:off x="457200" y="4848890"/>
            <a:ext cx="3525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Note:</a:t>
            </a:r>
          </a:p>
          <a:p>
            <a:r>
              <a:rPr lang="en-US" altLang="ko-KR" dirty="0"/>
              <a:t>If this is not the run , use Method B.</a:t>
            </a:r>
            <a:endParaRPr lang="ko-KR" altLang="en-US" dirty="0"/>
          </a:p>
        </p:txBody>
      </p:sp>
      <p:sp>
        <p:nvSpPr>
          <p:cNvPr id="8" name="제목 2"/>
          <p:cNvSpPr txBox="1">
            <a:spLocks/>
          </p:cNvSpPr>
          <p:nvPr/>
        </p:nvSpPr>
        <p:spPr>
          <a:xfrm>
            <a:off x="457200" y="86142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r>
              <a:rPr lang="en-US" altLang="ko-KR" kern="0" dirty="0"/>
              <a:t>Appendix _Linux</a:t>
            </a:r>
            <a:br>
              <a:rPr lang="en-US" altLang="ko-KR" kern="0" dirty="0"/>
            </a:br>
            <a:r>
              <a:rPr lang="en-US" altLang="ko-KR" dirty="0"/>
              <a:t>Java Install</a:t>
            </a:r>
            <a:endParaRPr lang="ko-KR" altLang="en-US" kern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04448-3AF5-472E-AE16-BC4173215EA8}"/>
              </a:ext>
            </a:extLst>
          </p:cNvPr>
          <p:cNvSpPr txBox="1"/>
          <p:nvPr/>
        </p:nvSpPr>
        <p:spPr>
          <a:xfrm>
            <a:off x="457200" y="1388096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kern="0" dirty="0"/>
              <a:t>1. JDK Install – 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73233363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CCCBB-D62D-4F1F-A3AF-96D48D493B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B2D1F1-EAAA-4541-A9AD-BBD67953F620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30B61-8FEF-4DBE-A8F2-0278E2F083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B3DCCD-B973-4E43-9C22-7A7AB6ABB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4" y="1620843"/>
            <a:ext cx="5592240" cy="30031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851C51-EF4B-42B5-BDB2-EAECBB82D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4" y="4709906"/>
            <a:ext cx="5105400" cy="19526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7AD5BAE-2EDA-4EF6-9B21-C0A719862493}"/>
              </a:ext>
            </a:extLst>
          </p:cNvPr>
          <p:cNvSpPr/>
          <p:nvPr/>
        </p:nvSpPr>
        <p:spPr bwMode="auto">
          <a:xfrm>
            <a:off x="1691933" y="3319102"/>
            <a:ext cx="1825967" cy="76259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5AD806-C8E9-40C0-A4EA-ACAFE2DF606F}"/>
              </a:ext>
            </a:extLst>
          </p:cNvPr>
          <p:cNvSpPr/>
          <p:nvPr/>
        </p:nvSpPr>
        <p:spPr bwMode="auto">
          <a:xfrm>
            <a:off x="716723" y="6086465"/>
            <a:ext cx="4499834" cy="2619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6F8792-A6A4-4FF0-BFA9-1437AC673C85}"/>
              </a:ext>
            </a:extLst>
          </p:cNvPr>
          <p:cNvSpPr txBox="1"/>
          <p:nvPr/>
        </p:nvSpPr>
        <p:spPr>
          <a:xfrm>
            <a:off x="5890414" y="4445675"/>
            <a:ext cx="25456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/>
              <a:t>JDK installation progress</a:t>
            </a:r>
          </a:p>
          <a:p>
            <a:r>
              <a:rPr lang="en-US" altLang="ko-KR" dirty="0"/>
              <a:t>Download the JDK for your OS.</a:t>
            </a:r>
          </a:p>
          <a:p>
            <a:endParaRPr lang="en-US" altLang="ko-KR" dirty="0"/>
          </a:p>
          <a:p>
            <a:r>
              <a:rPr lang="en-US" altLang="ko-KR" dirty="0"/>
              <a:t>Note: JDK version 8, the number after u does not matter</a:t>
            </a:r>
            <a:endParaRPr lang="ko-KR" altLang="en-US" dirty="0"/>
          </a:p>
        </p:txBody>
      </p:sp>
      <p:sp>
        <p:nvSpPr>
          <p:cNvPr id="11" name="제목 2"/>
          <p:cNvSpPr txBox="1">
            <a:spLocks/>
          </p:cNvSpPr>
          <p:nvPr/>
        </p:nvSpPr>
        <p:spPr>
          <a:xfrm>
            <a:off x="457200" y="86142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r>
              <a:rPr lang="en-US" altLang="ko-KR" kern="0" dirty="0"/>
              <a:t>Appendix _Linux</a:t>
            </a:r>
            <a:br>
              <a:rPr lang="en-US" altLang="ko-KR" kern="0" dirty="0"/>
            </a:br>
            <a:r>
              <a:rPr lang="en-US" altLang="ko-KR" kern="0" dirty="0"/>
              <a:t>Java Install</a:t>
            </a:r>
            <a:endParaRPr lang="ko-KR" altLang="en-US" kern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A04448-3AF5-472E-AE16-BC4173215EA8}"/>
              </a:ext>
            </a:extLst>
          </p:cNvPr>
          <p:cNvSpPr txBox="1"/>
          <p:nvPr/>
        </p:nvSpPr>
        <p:spPr>
          <a:xfrm>
            <a:off x="298174" y="1346462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kern="0" dirty="0"/>
              <a:t>1. JDK Install – B (1/3)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24913371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64F54-DE9E-43CE-93E7-336FD25181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B2D1F1-EAAA-4541-A9AD-BBD67953F620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7402DC-EE7E-4952-A827-7F42742728A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5F654FF-30E1-4899-8523-08B0CDE1A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91308"/>
              </p:ext>
            </p:extLst>
          </p:nvPr>
        </p:nvGraphicFramePr>
        <p:xfrm>
          <a:off x="917713" y="1969818"/>
          <a:ext cx="6096000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787150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Install Oracle Java 1.8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08438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fontAlgn="base"/>
                      <a:r>
                        <a:rPr lang="en-US" altLang="zh-CN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altLang="zh-CN" sz="1800" b="0" i="0" kern="1200" baseline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1800" b="0" i="0" kern="1200" baseline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mkdir</a:t>
                      </a:r>
                      <a:r>
                        <a:rPr lang="en-US" altLang="zh-CN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-p /</a:t>
                      </a:r>
                      <a:r>
                        <a:rPr lang="en-US" altLang="zh-CN" sz="1800" b="0" i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usr</a:t>
                      </a:r>
                      <a:r>
                        <a:rPr lang="en-US" altLang="zh-CN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/lib/</a:t>
                      </a:r>
                      <a:r>
                        <a:rPr lang="en-US" altLang="zh-CN" sz="1800" b="0" i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</a:t>
                      </a:r>
                      <a:r>
                        <a:rPr lang="en-US" altLang="zh-CN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base"/>
                      <a:r>
                        <a:rPr lang="en-US" altLang="zh-CN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mv jdk-8u161-linux-x64.tar.gz /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usr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/lib/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cd /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usr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/lib/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base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tar 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xzvf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jdk-8u161-linux-x64.tar.gz</a:t>
                      </a:r>
                    </a:p>
                    <a:p>
                      <a:pPr fontAlgn="base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ln -s jdk1.8.0_11 java-8 </a:t>
                      </a:r>
                    </a:p>
                    <a:p>
                      <a:pPr fontAlgn="base"/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gedit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~/.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bashrc</a:t>
                      </a:r>
                      <a:endParaRPr lang="pt-BR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3448240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69226F9A-0223-4400-A5BA-67B0036D2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3" y="4358664"/>
            <a:ext cx="5314950" cy="20764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A04448-3AF5-472E-AE16-BC4173215EA8}"/>
              </a:ext>
            </a:extLst>
          </p:cNvPr>
          <p:cNvSpPr txBox="1"/>
          <p:nvPr/>
        </p:nvSpPr>
        <p:spPr>
          <a:xfrm>
            <a:off x="248306" y="1661991"/>
            <a:ext cx="6276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Environment variable registration process after downloading JDK</a:t>
            </a:r>
            <a:endParaRPr lang="ko-KR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45A8B2-779F-417B-9346-22170E113AB2}"/>
              </a:ext>
            </a:extLst>
          </p:cNvPr>
          <p:cNvSpPr/>
          <p:nvPr/>
        </p:nvSpPr>
        <p:spPr bwMode="auto">
          <a:xfrm>
            <a:off x="841513" y="5672517"/>
            <a:ext cx="4807085" cy="88068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9" name="제목 2"/>
          <p:cNvSpPr txBox="1">
            <a:spLocks/>
          </p:cNvSpPr>
          <p:nvPr/>
        </p:nvSpPr>
        <p:spPr>
          <a:xfrm>
            <a:off x="457200" y="86142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r>
              <a:rPr lang="en-US" altLang="ko-KR" kern="0" dirty="0"/>
              <a:t>Appendix _Linux</a:t>
            </a:r>
            <a:br>
              <a:rPr lang="en-US" altLang="ko-KR" kern="0" dirty="0"/>
            </a:br>
            <a:r>
              <a:rPr lang="en-US" altLang="ko-KR" kern="0" dirty="0"/>
              <a:t>Java Install</a:t>
            </a:r>
            <a:endParaRPr lang="ko-KR" altLang="en-US" kern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04448-3AF5-472E-AE16-BC4173215EA8}"/>
              </a:ext>
            </a:extLst>
          </p:cNvPr>
          <p:cNvSpPr txBox="1"/>
          <p:nvPr/>
        </p:nvSpPr>
        <p:spPr>
          <a:xfrm>
            <a:off x="248305" y="1261907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kern="0" dirty="0"/>
              <a:t>1. JDK Install – B (2/3)  </a:t>
            </a:r>
            <a:endParaRPr lang="ko-KR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832075136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902FEA-81D1-4982-894D-4F27D76AB2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B2D1F1-EAAA-4541-A9AD-BBD67953F620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1D3061-210A-44B1-A6F9-FC7EE37CC8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D63D131-BBD4-4088-8C10-48786E8BD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362949"/>
              </p:ext>
            </p:extLst>
          </p:nvPr>
        </p:nvGraphicFramePr>
        <p:xfrm>
          <a:off x="1484243" y="1975705"/>
          <a:ext cx="6096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787150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08438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 ~/.</a:t>
                      </a:r>
                      <a:r>
                        <a:rPr lang="en-US" altLang="zh-CN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bashrc</a:t>
                      </a:r>
                      <a:endParaRPr lang="en-US" altLang="zh-CN" sz="13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 -version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3448240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E3936D72-663E-4A37-8959-8CB6E68F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43" y="3284726"/>
            <a:ext cx="6096000" cy="2281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DC26A3-C65F-4496-B947-B6F9FECD55D6}"/>
              </a:ext>
            </a:extLst>
          </p:cNvPr>
          <p:cNvSpPr txBox="1"/>
          <p:nvPr/>
        </p:nvSpPr>
        <p:spPr>
          <a:xfrm>
            <a:off x="1408043" y="1544397"/>
            <a:ext cx="7071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If environment variable registration is completed, proceed to the next step.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400B4-4539-4E2D-9792-401AAAFF5515}"/>
              </a:ext>
            </a:extLst>
          </p:cNvPr>
          <p:cNvSpPr txBox="1"/>
          <p:nvPr/>
        </p:nvSpPr>
        <p:spPr>
          <a:xfrm>
            <a:off x="1484243" y="2834714"/>
            <a:ext cx="727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You can check whether the setting is completed by using java -version.</a:t>
            </a:r>
            <a:endParaRPr lang="ko-KR" altLang="en-US" dirty="0"/>
          </a:p>
        </p:txBody>
      </p:sp>
      <p:sp>
        <p:nvSpPr>
          <p:cNvPr id="10" name="제목 2"/>
          <p:cNvSpPr txBox="1">
            <a:spLocks/>
          </p:cNvSpPr>
          <p:nvPr/>
        </p:nvSpPr>
        <p:spPr>
          <a:xfrm>
            <a:off x="457200" y="86142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r>
              <a:rPr lang="en-US" altLang="ko-KR" kern="0" dirty="0"/>
              <a:t>Appendix _Linux</a:t>
            </a:r>
            <a:br>
              <a:rPr lang="en-US" altLang="ko-KR" kern="0" dirty="0"/>
            </a:br>
            <a:r>
              <a:rPr lang="en-US" altLang="ko-KR" kern="0" dirty="0"/>
              <a:t>Java Install</a:t>
            </a:r>
            <a:endParaRPr lang="ko-KR" altLang="en-US" kern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DC26A3-C65F-4496-B947-B6F9FECD55D6}"/>
              </a:ext>
            </a:extLst>
          </p:cNvPr>
          <p:cNvSpPr txBox="1"/>
          <p:nvPr/>
        </p:nvSpPr>
        <p:spPr>
          <a:xfrm>
            <a:off x="387625" y="1233371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kern="0" dirty="0"/>
              <a:t>1. JDK Install – B (3/3)  </a:t>
            </a:r>
            <a:endParaRPr lang="ko-KR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973489074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048C07-E84E-4182-A2E4-B46C775167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B2D1F1-EAAA-4541-A9AD-BBD67953F620}" type="slidenum">
              <a:rPr lang="ko-KR" alt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0D30BC-D083-4AE0-B9CA-DCD987C2E9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HYU 2024 TIPW</a:t>
            </a:r>
            <a:endParaRPr lang="ko-KR" altLang="ko-KR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7D4F4D4-92DD-469C-BF8A-C164EFFF6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37565"/>
              </p:ext>
            </p:extLst>
          </p:nvPr>
        </p:nvGraphicFramePr>
        <p:xfrm>
          <a:off x="457200" y="1873935"/>
          <a:ext cx="6096000" cy="895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787150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 git and git-core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08438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fontAlgn="base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apt-get install git</a:t>
                      </a:r>
                    </a:p>
                    <a:p>
                      <a:pPr marL="0" marR="0" lvl="0" indent="0" algn="l" defTabSz="6858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apt-get install git-core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3448240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4D9BC5B-F9DD-4EAD-8049-C9A1CEA990D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922095"/>
          <a:ext cx="6096000" cy="59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787150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Download Eclipse IDE for Java EE developer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08438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https://eclipse.org/downloads/eclipse-packages/</a:t>
                      </a:r>
                      <a:endParaRPr lang="zh-CN" alt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3448240"/>
                  </a:ext>
                </a:extLst>
              </a:tr>
            </a:tbl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45A103-22E7-490F-8FD9-1E7FA21A95C6}"/>
              </a:ext>
            </a:extLst>
          </p:cNvPr>
          <p:cNvGrpSpPr/>
          <p:nvPr/>
        </p:nvGrpSpPr>
        <p:grpSpPr>
          <a:xfrm>
            <a:off x="244647" y="3577941"/>
            <a:ext cx="5124119" cy="2602318"/>
            <a:chOff x="457200" y="2135972"/>
            <a:chExt cx="5929033" cy="2843219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1CE07EE-6A2D-4211-8193-932D65A89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135972"/>
              <a:ext cx="5929033" cy="2843219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CB63320-FD14-43E4-A486-BA749D334137}"/>
                </a:ext>
              </a:extLst>
            </p:cNvPr>
            <p:cNvSpPr/>
            <p:nvPr/>
          </p:nvSpPr>
          <p:spPr bwMode="auto">
            <a:xfrm>
              <a:off x="795863" y="3329776"/>
              <a:ext cx="4258737" cy="700357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15" name="원형 화살표 4">
            <a:extLst>
              <a:ext uri="{FF2B5EF4-FFF2-40B4-BE49-F238E27FC236}">
                <a16:creationId xmlns:a16="http://schemas.microsoft.com/office/drawing/2014/main" id="{4239D5E1-2D2E-4343-9E6D-CFCFE899E1FE}"/>
              </a:ext>
            </a:extLst>
          </p:cNvPr>
          <p:cNvSpPr/>
          <p:nvPr/>
        </p:nvSpPr>
        <p:spPr bwMode="auto">
          <a:xfrm>
            <a:off x="5627922" y="3699794"/>
            <a:ext cx="409930" cy="540184"/>
          </a:xfrm>
          <a:prstGeom prst="circularArrow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152F2279-EBD2-4F42-A9AF-55C13D2DFF65}"/>
              </a:ext>
            </a:extLst>
          </p:cNvPr>
          <p:cNvSpPr txBox="1"/>
          <p:nvPr/>
        </p:nvSpPr>
        <p:spPr>
          <a:xfrm>
            <a:off x="5981007" y="3718879"/>
            <a:ext cx="57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run </a:t>
            </a:r>
            <a:endParaRPr lang="ko-KR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7F62BBE-6D6F-49DD-BDAE-997C0300C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827" y="4212551"/>
            <a:ext cx="4250746" cy="2602318"/>
          </a:xfrm>
          <a:prstGeom prst="rect">
            <a:avLst/>
          </a:prstGeom>
        </p:spPr>
      </p:pic>
      <p:sp>
        <p:nvSpPr>
          <p:cNvPr id="18" name="제목 2"/>
          <p:cNvSpPr txBox="1">
            <a:spLocks/>
          </p:cNvSpPr>
          <p:nvPr/>
        </p:nvSpPr>
        <p:spPr>
          <a:xfrm>
            <a:off x="457200" y="86142"/>
            <a:ext cx="82296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r>
              <a:rPr lang="en-US" altLang="ko-KR" kern="0" dirty="0"/>
              <a:t>Appendix _Linux</a:t>
            </a:r>
          </a:p>
          <a:p>
            <a:r>
              <a:rPr lang="en-US" altLang="ko-KR" kern="0" dirty="0"/>
              <a:t>Java Install</a:t>
            </a:r>
            <a:br>
              <a:rPr lang="en-US" altLang="ko-KR" kern="0" dirty="0"/>
            </a:br>
            <a:endParaRPr lang="ko-KR" altLang="en-US" kern="0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52F2279-EBD2-4F42-A9AF-55C13D2DFF65}"/>
              </a:ext>
            </a:extLst>
          </p:cNvPr>
          <p:cNvSpPr txBox="1"/>
          <p:nvPr/>
        </p:nvSpPr>
        <p:spPr>
          <a:xfrm>
            <a:off x="6948141" y="2255320"/>
            <a:ext cx="198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Install </a:t>
            </a:r>
            <a:r>
              <a:rPr lang="en-US" altLang="ko-KR" dirty="0" err="1"/>
              <a:t>Git</a:t>
            </a:r>
            <a:endParaRPr lang="ko-KR" altLang="en-US" dirty="0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152F2279-EBD2-4F42-A9AF-55C13D2DFF65}"/>
              </a:ext>
            </a:extLst>
          </p:cNvPr>
          <p:cNvSpPr txBox="1"/>
          <p:nvPr/>
        </p:nvSpPr>
        <p:spPr>
          <a:xfrm>
            <a:off x="6948141" y="3208609"/>
            <a:ext cx="1989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Run downloaded program</a:t>
            </a:r>
            <a:endParaRPr lang="ko-KR" altLang="en-US" dirty="0"/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152F2279-EBD2-4F42-A9AF-55C13D2DFF65}"/>
              </a:ext>
            </a:extLst>
          </p:cNvPr>
          <p:cNvSpPr txBox="1"/>
          <p:nvPr/>
        </p:nvSpPr>
        <p:spPr>
          <a:xfrm>
            <a:off x="440663" y="1243532"/>
            <a:ext cx="198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kern="0" dirty="0"/>
              <a:t>2. Eclipse Install</a:t>
            </a:r>
            <a:endParaRPr lang="ko-KR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132018209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5382</TotalTime>
  <Words>702</Words>
  <Application>Microsoft Office PowerPoint</Application>
  <PresentationFormat>화면 슬라이드 쇼(4:3)</PresentationFormat>
  <Paragraphs>124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inherit</vt:lpstr>
      <vt:lpstr>굴림</vt:lpstr>
      <vt:lpstr>Arial</vt:lpstr>
      <vt:lpstr>Calibri</vt:lpstr>
      <vt:lpstr>Times New Roman</vt:lpstr>
      <vt:lpstr>1_기본 디자인</vt:lpstr>
      <vt:lpstr>Appendix _Window How to Install Eclipse</vt:lpstr>
      <vt:lpstr>Appendix _Window How to Install Eclipse</vt:lpstr>
      <vt:lpstr>Appendix _Window Java Install </vt:lpstr>
      <vt:lpstr>Appendix _Window Java Install </vt:lpstr>
      <vt:lpstr>Appendix _Window Java Install </vt:lpstr>
      <vt:lpstr>Appendix _Window Java Install </vt:lpstr>
      <vt:lpstr>Appendix _Window Java Install </vt:lpstr>
      <vt:lpstr>Appendix _Window Java Install </vt:lpstr>
      <vt:lpstr>Appendix _Window Java Install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MDM #3</dc:title>
  <dc:creator>李西沙</dc:creator>
  <cp:lastModifiedBy>mason yun</cp:lastModifiedBy>
  <cp:revision>240</cp:revision>
  <dcterms:created xsi:type="dcterms:W3CDTF">2015-04-10T05:04:22Z</dcterms:created>
  <dcterms:modified xsi:type="dcterms:W3CDTF">2024-09-26T05:16:50Z</dcterms:modified>
</cp:coreProperties>
</file>